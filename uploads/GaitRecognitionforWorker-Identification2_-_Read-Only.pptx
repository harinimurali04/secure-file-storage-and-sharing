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useoModerno Medium" panose="020B0604020202020204" charset="0"/>
      <p:regular r:id="rId18"/>
    </p:embeddedFont>
    <p:embeddedFont>
      <p:font typeface="Source Sans Pro" panose="020B050303040302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29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Gait Recognition for Worker Identification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Presented By: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HARINI PM -22MIS0447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NITHEESH KUMAR-22MIS0493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85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🧪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41596"/>
            <a:ext cx="62447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project aims to develop an accurate and reliable gait recognition system to identify individual workers based on their walking patterns. To achieve this, two parallel pipelines were developed: one using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numerical gait features (non-image data)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another using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image-based gait patterns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The models applied include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Random Forest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 Vector Machine (SVM)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and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Convolutional Neural Networks (CNN)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3292673"/>
            <a:ext cx="6244709" cy="21260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5673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840"/>
            <a:ext cx="6807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1. 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51854"/>
            <a:ext cx="62447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Traditional biometric systems (like fingerprint or face recognition) can be intrusive or impractical in a workplace setting. Gait recognition offers a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non-intrusive, camera-based identification system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that can identify workers from a distance — even when faces are obscured or protective equipment is worn. This approach provides a more seamless and less invasive method for identifying individuals in various work environments, enhancing security and operational efficiency.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502932"/>
            <a:ext cx="6244709" cy="42726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486" y="510302"/>
            <a:ext cx="4639270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3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2. Data Collection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49486" y="1376124"/>
            <a:ext cx="266450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2.1 Non-Image 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9486" y="1944291"/>
            <a:ext cx="13331428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File Used</a:t>
            </a: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</a:t>
            </a:r>
            <a:r>
              <a:rPr lang="en-US" sz="1450" dirty="0">
                <a:solidFill>
                  <a:srgbClr val="2B4150"/>
                </a:solidFill>
                <a:highlight>
                  <a:srgbClr val="DBE8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MGAD.csv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9486" y="2313742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Content</a:t>
            </a: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486" y="2675573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Numerical gait features including: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9486" y="3037403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Step length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9486" y="3399234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Stride duration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486" y="3761065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Hip/knee joint angles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9486" y="4122896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Walking speed, cadence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486" y="4484727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Temporal and kinematic parameters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486" y="4846558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Target Variable</a:t>
            </a: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Unique Worker ID or class label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486" y="5421749"/>
            <a:ext cx="23195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2.2 Image Dataset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486" y="5989915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Source</a:t>
            </a: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Pre-collected gait image sequences (uploaded separately)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486" y="6351746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Content</a:t>
            </a: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486" y="6713577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Side-view silhouette frames or posture images of individuals walking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486" y="7075408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Images structured into folders by worker ID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486" y="7437239"/>
            <a:ext cx="13331428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Input Type</a:t>
            </a: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</a:t>
            </a:r>
            <a:r>
              <a:rPr lang="en-US" sz="1450" dirty="0">
                <a:solidFill>
                  <a:srgbClr val="2B4150"/>
                </a:solidFill>
                <a:highlight>
                  <a:srgbClr val="DBE8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.png</a:t>
            </a:r>
            <a:r>
              <a:rPr lang="en-US" sz="14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or </a:t>
            </a:r>
            <a:r>
              <a:rPr lang="en-US" sz="1450" dirty="0">
                <a:solidFill>
                  <a:srgbClr val="2B4150"/>
                </a:solidFill>
                <a:highlight>
                  <a:srgbClr val="DBE8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.jpg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46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3.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87660"/>
            <a:ext cx="62447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 Non-Image Data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Missing Value Handling (rows with missing entries dropped or imputed using mean values), Feature Scaling (standardized using StandardScaler), and Label Encoding (Worker IDs encoded into numeric classes).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 Image Data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Grayscale Conversion (to reduce color-related complexity), Resizing (images resized to 128×128 pixels), Normalization (pixel values scaled to [0, 1]), and Augmentation (Horizontal flipping, small rotations, random zoom) to increase data diversity and reduce overfitting.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3238738"/>
            <a:ext cx="6244709" cy="22137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57076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387" y="486847"/>
            <a:ext cx="8739902" cy="5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3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4. Model Design and Implementation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6387" y="1389459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Random Forest (RF)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6387" y="1732717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With/Without Image: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6387" y="2075974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Used for tabular data or CNN-extracted features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6387" y="2419231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Ensemble of decision trees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6387" y="2762488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Strengths:</a:t>
            </a: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Fast, handles noisy 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6387" y="3308390"/>
            <a:ext cx="43717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📈</a:t>
            </a:r>
            <a:r>
              <a:rPr lang="en-US" sz="2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Support Vector Machine (SVM)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16387" y="3910370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With/Without Image: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6387" y="4253627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Good for high-dimensional spaces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387" y="4596884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Used after feature extraction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387" y="4940141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Strengths:</a:t>
            </a: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Effective with small to medium datasets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6387" y="5486043"/>
            <a:ext cx="510349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🧠</a:t>
            </a:r>
            <a:r>
              <a:rPr lang="en-US" sz="2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Convolutional Neural Network (CNN)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616387" y="6088023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Without Image Dataset: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6387" y="6431280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Structured features reshaped for CNN input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6387" y="6774537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With Image Dataset: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6387" y="7117794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Full image input processed via multiple convolutional + pooling layers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6387" y="7461052"/>
            <a:ext cx="1339762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Flattened, passed to dense layers for classification.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8958"/>
            <a:ext cx="63480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5. Model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41972"/>
            <a:ext cx="62447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Metrics Used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Accuracy (Overall model performance), Precision, Recall, F1-Score (To measure per-class correctness), Confusion Matrix (For visual analysis of true vs. predicted worker identities), Training Curves (CNN): To monitor overfitting (loss vs. accuracy over epochs). The evaluation process provides a comprehensive understanding of each model's strengths and weaknesses, guiding further refinements and optimizations.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863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Train/Test Split: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80/20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493050"/>
            <a:ext cx="6244709" cy="3725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64735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1948"/>
            <a:ext cx="680323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6.Result and comparison
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5647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109740CC-A912-E038-0933-66BBC01A4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74950"/>
            <a:ext cx="14630400" cy="267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45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7. Final Outcome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06930"/>
            <a:ext cx="13042821" cy="51780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66680"/>
            <a:ext cx="9328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8. Tools and Technologies Used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56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Google Colab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– for development and GPU support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 Libraries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pandas, numpy, matplotlib, scikit-learn, TensorFlow / Keras – for CNN, OpenCV – for image handling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000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Google Drive Integration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– for dataset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🔹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9. Conclusion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51854"/>
            <a:ext cx="62447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dual-model gait recognition system proves that both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numerical gait data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image data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can be effectively used for worker identification. Combining these into a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hybrid model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(CNN + feature fusion) can potentially improve performance further. </a:t>
            </a:r>
            <a:r>
              <a:rPr lang="en-US" sz="1750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Future Scope</a:t>
            </a:r>
            <a:r>
              <a:rPr lang="en-US" sz="1750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Real-time recognition using video input + object tracking, Multi-view gait recognition (front, side, back), Deployment using lightweight models (e.g., MobileNet, TensorFlow Lite).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502932"/>
            <a:ext cx="6244709" cy="42726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670</Words>
  <Application>Microsoft Office PowerPoint</Application>
  <PresentationFormat>Custom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Source Sans Pro</vt:lpstr>
      <vt:lpstr>Consolas</vt:lpstr>
      <vt:lpstr>MuseoModerno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Harini Murali</cp:lastModifiedBy>
  <cp:revision>2</cp:revision>
  <dcterms:created xsi:type="dcterms:W3CDTF">2025-04-07T16:27:16Z</dcterms:created>
  <dcterms:modified xsi:type="dcterms:W3CDTF">2025-04-10T16:59:08Z</dcterms:modified>
</cp:coreProperties>
</file>